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f7e88d08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f7e88d08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f7e88d08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f7e88d08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f7e88d08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f7e88d08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f7e88d08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f7e88d08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f7e88d08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f7e88d08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7e88d08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f7e88d08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f7e88d08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f7e88d08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f7e88d08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f7e88d08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7e88d082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f7e88d082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f7e88d082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f7e88d08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f7e88d08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f7e88d08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f7e88d08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f7e88d08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f7e88d08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f7e88d08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f7e88d08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f7e88d08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f7e88d08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f7e88d08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f7e88d082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f7e88d082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f7e88d08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f7e88d08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f7e88d082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f7e88d082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f7e88d08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f7e88d08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f7e88d082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f7e88d082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0"/>
            <a:ext cx="139065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8" name="Google Shape;3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2475"/>
            <a:ext cx="139065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10"/>
            <a:ext cx="1390650" cy="581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0" y="80425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World Cup Tracker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78"/>
              <a:t>Application web de suivi de la Coupe du monde FIFA 2026</a:t>
            </a:r>
            <a:endParaRPr sz="1078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M1 LDFS - CHANG Toma</a:t>
            </a:r>
            <a:endParaRPr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&amp; problématique</a:t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1489825" y="2370900"/>
            <a:ext cx="6164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Besoin </a:t>
            </a:r>
            <a:r>
              <a:rPr lang="fr"/>
              <a:t>: consulter matchs, scores, évolution du tournoi en quasi temps réel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Problématique </a:t>
            </a:r>
            <a:r>
              <a:rPr lang="fr"/>
              <a:t>: app web légère, française, sans compte, délai court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 de la présentation</a:t>
            </a:r>
            <a:endParaRPr/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68575" y="1469550"/>
            <a:ext cx="4547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" sz="2000"/>
              <a:t>Besoins &amp; périmètre</a:t>
            </a:r>
            <a:br>
              <a:rPr lang="fr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" sz="2000"/>
              <a:t>Conception système (UML)</a:t>
            </a:r>
            <a:br>
              <a:rPr lang="fr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" sz="2000"/>
              <a:t>Conception données (MERISE)</a:t>
            </a:r>
            <a:br>
              <a:rPr lang="fr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" sz="2000"/>
              <a:t>Conception interface</a:t>
            </a:r>
            <a:br>
              <a:rPr lang="fr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" sz="2000"/>
              <a:t>Architecture, sécurité, démo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Cas d'utilisation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337" y="1342750"/>
            <a:ext cx="3871324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Séquence : consultation des matchs</a:t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050" y="1342750"/>
            <a:ext cx="5755937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Séquence : mise à jour temps réel</a:t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938" y="1296625"/>
            <a:ext cx="4858119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</a:t>
            </a:r>
            <a:r>
              <a:rPr lang="fr"/>
              <a:t>Activité : navigation entre phases</a:t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975" y="1342250"/>
            <a:ext cx="6286099" cy="358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Activité </a:t>
            </a:r>
            <a:r>
              <a:rPr lang="fr"/>
              <a:t>: temps réel</a:t>
            </a:r>
            <a:endParaRPr/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350" y="1342750"/>
            <a:ext cx="4325360" cy="3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Diagramme de classes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425" y="1429425"/>
            <a:ext cx="4359199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UML - </a:t>
            </a:r>
            <a:r>
              <a:rPr lang="fr"/>
              <a:t>Diagramme des entités</a:t>
            </a:r>
            <a:endParaRPr/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650" y="1414700"/>
            <a:ext cx="7204701" cy="35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Merise - MCD</a:t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262" y="1362675"/>
            <a:ext cx="6775525" cy="33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Merise - MLD</a:t>
            </a:r>
            <a:endParaRPr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650" y="1342750"/>
            <a:ext cx="6540974" cy="354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Merise - MPD</a:t>
            </a:r>
            <a:endParaRPr/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725" y="1423025"/>
            <a:ext cx="6684601" cy="33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Dictionnaire des données</a:t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274" y="1502850"/>
            <a:ext cx="6805449" cy="31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Dictionnaire des données</a:t>
            </a:r>
            <a:endParaRPr/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287" y="1408200"/>
            <a:ext cx="6937426" cy="33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Front-end - </a:t>
            </a:r>
            <a:r>
              <a:rPr lang="fr"/>
              <a:t>Zoning - Figma</a:t>
            </a:r>
            <a:endParaRPr/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200" y="1342750"/>
            <a:ext cx="4965611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Front-end - Wireframe - Figma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363" y="1342750"/>
            <a:ext cx="4991266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Front-end - Maquette - Figma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5024" y="1477525"/>
            <a:ext cx="4713950" cy="34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Architecture &amp; sécurité</a:t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1690650" y="2571750"/>
            <a:ext cx="576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Schéma </a:t>
            </a:r>
            <a:r>
              <a:rPr lang="fr"/>
              <a:t>: Navigateur ↔ Next.js ↔ API Routes ↔ API Football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Clé </a:t>
            </a:r>
            <a:r>
              <a:rPr b="1" lang="fr"/>
              <a:t>API </a:t>
            </a:r>
            <a:r>
              <a:rPr lang="fr"/>
              <a:t>en .env, HTTPS Vercel, validation des données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Gestion de projet &amp; livrables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2" name="Google Shape;202;p32"/>
          <p:cNvSpPr txBox="1"/>
          <p:nvPr/>
        </p:nvSpPr>
        <p:spPr>
          <a:xfrm>
            <a:off x="1825675" y="2370900"/>
            <a:ext cx="549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GitHub, Kanban, méthode Agile adaptée (3 jours)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/>
              <a:t>Livrables </a:t>
            </a:r>
            <a:r>
              <a:rPr lang="fr"/>
              <a:t>: CDC, UML, MERISE, maquettes, code, app déployée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ctrTitle"/>
          </p:nvPr>
        </p:nvSpPr>
        <p:spPr>
          <a:xfrm>
            <a:off x="311700" y="101980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Démo &amp; conclusion</a:t>
            </a:r>
            <a:endParaRPr/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